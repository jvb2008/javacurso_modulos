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8"/>
  </p:notesMasterIdLst>
  <p:sldIdLst>
    <p:sldId id="307" r:id="rId2"/>
    <p:sldId id="256" r:id="rId3"/>
    <p:sldId id="305" r:id="rId4"/>
    <p:sldId id="306" r:id="rId5"/>
    <p:sldId id="312" r:id="rId6"/>
    <p:sldId id="311" r:id="rId7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9"/>
      <p:bold r:id="rId10"/>
      <p:italic r:id="rId11"/>
      <p:boldItalic r:id="rId12"/>
    </p:embeddedFont>
    <p:embeddedFont>
      <p:font typeface="Fira Code" panose="020B0809050000020004" pitchFamily="49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5098" autoAdjust="0"/>
  </p:normalViewPr>
  <p:slideViewPr>
    <p:cSldViewPr snapToGrid="0">
      <p:cViewPr varScale="1">
        <p:scale>
          <a:sx n="71" d="100"/>
          <a:sy n="71" d="100"/>
        </p:scale>
        <p:origin x="1786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Crear una nueva sentencia </a:t>
            </a:r>
            <a:r>
              <a:rPr lang="es-ES" dirty="0" err="1"/>
              <a:t>if</a:t>
            </a:r>
            <a:r>
              <a:rPr lang="es-ES" dirty="0"/>
              <a:t> (mayor de edad?)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Ejecutar cuando &gt; true </a:t>
            </a:r>
            <a:r>
              <a:rPr lang="es-ES" dirty="0" err="1"/>
              <a:t>if</a:t>
            </a: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dirty="0"/>
              <a:t>Ejecutar cuando &gt; false </a:t>
            </a:r>
            <a:r>
              <a:rPr lang="es-ES" dirty="0" err="1"/>
              <a:t>elseif</a:t>
            </a: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dirty="0"/>
              <a:t>Ejecutar cuando == true </a:t>
            </a:r>
            <a:r>
              <a:rPr lang="es-ES" dirty="0" err="1"/>
              <a:t>if</a:t>
            </a: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1849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 hay que comparar una variable es mucho más optimo utilizar switch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038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7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580445"/>
            <a:ext cx="3157395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CONDICIONALES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179916" y="1416593"/>
            <a:ext cx="6468771" cy="14190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Usar la estructura básica </a:t>
            </a:r>
            <a:r>
              <a:rPr lang="es-ES" sz="16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s-ES" sz="16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tomar decisiones.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Aplicar </a:t>
            </a:r>
            <a:r>
              <a:rPr lang="es-ES" sz="16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6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manejar múltiples condiciones.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Emplear 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seleccionar entre varias opciones.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Comprender cómo el programa elige 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qué bloque de código ejecutar</a:t>
            </a: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Resolver </a:t>
            </a:r>
            <a:r>
              <a:rPr lang="es-ES" sz="1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problemas prácticos </a:t>
            </a:r>
            <a:r>
              <a:rPr lang="es-ES" sz="1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 condicionales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Condicionales.css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158882" y="1563871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Choose Neil Gaiman GIF by National Theatre">
            <a:extLst>
              <a:ext uri="{FF2B5EF4-FFF2-40B4-BE49-F238E27FC236}">
                <a16:creationId xmlns:a16="http://schemas.microsoft.com/office/drawing/2014/main" id="{48322D88-2441-8F5F-BDC9-15CC582FB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899" y="3434472"/>
            <a:ext cx="2687518" cy="150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Condicionales (if/else)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348149"/>
            <a:ext cx="6540648" cy="2964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Un condicional permite ejecutar un bloque de código solo si se cumple una condición lógica (true o false)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Condicionales.css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083579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5551D43-C48D-A4FD-DFC4-182E7A1A9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37" y="2527585"/>
            <a:ext cx="5336213" cy="147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4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Condicionales (switch)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348149"/>
            <a:ext cx="6540648" cy="2964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Ideal para comparar una variable con muchos valores posibles: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Condicionales.css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083579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683C241-325B-A84B-4115-74EA2C89B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259" y="2493016"/>
            <a:ext cx="4625741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1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Condicionales</a:t>
            </a:r>
            <a:r>
              <a:rPr lang="en" sz="1400" dirty="0">
                <a:solidFill>
                  <a:schemeClr val="accent3"/>
                </a:solidFill>
              </a:rPr>
              <a:t>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Condicionales</a:t>
            </a:r>
            <a:r>
              <a:rPr lang="en" sz="1400" dirty="0">
                <a:solidFill>
                  <a:schemeClr val="accent3"/>
                </a:solidFill>
              </a:rPr>
              <a:t>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Imágenes de Quiz - Descarga gratuita en Freepik">
            <a:extLst>
              <a:ext uri="{FF2B5EF4-FFF2-40B4-BE49-F238E27FC236}">
                <a16:creationId xmlns:a16="http://schemas.microsoft.com/office/drawing/2014/main" id="{5ACABE33-0C5E-8520-0B1D-DD3565ED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88" y="1828083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5523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202</Words>
  <Application>Microsoft Office PowerPoint</Application>
  <PresentationFormat>Presentación en pantalla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Symbol</vt:lpstr>
      <vt:lpstr>Candara</vt:lpstr>
      <vt:lpstr>Arial</vt:lpstr>
      <vt:lpstr>Fira Code</vt:lpstr>
      <vt:lpstr>Wingdings</vt:lpstr>
      <vt:lpstr>Programming Language Workshop for Beginners by Slidesgo</vt:lpstr>
      <vt:lpstr>CONDICIONALES</vt:lpstr>
      <vt:lpstr>¿Qué aprenderemos? {</vt:lpstr>
      <vt:lpstr>Condicionales (if/else) {</vt:lpstr>
      <vt:lpstr>Condicionales (switch) {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16</cp:revision>
  <dcterms:modified xsi:type="dcterms:W3CDTF">2025-11-01T10:35:29Z</dcterms:modified>
</cp:coreProperties>
</file>